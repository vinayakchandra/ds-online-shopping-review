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874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VADER Sentiment Analysis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58368" y="25420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5E4FF"/>
                </a:solidFill>
              </a:rPr>
              <a:t>of Shopping App Reviews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76656" y="3246120"/>
            <a:ext cx="2834640" cy="0"/>
          </a:xfrm>
          <a:prstGeom prst="line">
            <a:avLst/>
          </a:prstGeom>
          <a:noFill/>
          <a:ln w="38100">
            <a:solidFill>
              <a:srgbClr val="F7D0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3456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F"/>
                </a:solidFill>
              </a:rPr>
              <a:t>Data Science Project | E-commerce review mining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543800" y="5120640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65E4FF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53528" y="5230368"/>
            <a:ext cx="92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5E4FF"/>
                </a:solidFill>
              </a:rPr>
              <a:t>630K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653528" y="5596128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review rows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915400" y="5120640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31D1B5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25128" y="5230368"/>
            <a:ext cx="92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D1B5"/>
                </a:solidFill>
              </a:rPr>
              <a:t>11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025128" y="5596128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shopping apps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287000" y="5120640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F7D064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96728" y="5230368"/>
            <a:ext cx="92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D064"/>
                </a:solidFill>
              </a:rPr>
              <a:t>8+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396728" y="5596128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dataset columns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Why sentiment analysis matters for shopping platforms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106070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Shopping apps receive thousands of short, emotional reviews every day.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Manual reading does not scale when teams need quick product feedback.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Sentiment analysis converts review text into Positive, Neutral, and Negative signals.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The project compares major apps such as Alibaba, Aliexpress, Amazon, Flipkart, Myntra, Shein, Walmart, and others.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Collection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Combined review data across multiple e-commerce applications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" y="141732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65E4FF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527048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5E4FF"/>
                </a:solidFill>
              </a:rPr>
              <a:t>630,000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86968" y="189280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total CSV rows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80360" y="1417320"/>
            <a:ext cx="219456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31D1B5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0088" y="152704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D1B5"/>
                </a:solidFill>
              </a:rPr>
              <a:t>629,999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2990088" y="18928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clean reviews used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49240" y="141732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F7D064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58968" y="15270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D064"/>
                </a:solidFill>
              </a:rPr>
              <a:t>Aliexpress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458968" y="189280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largest source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35240" y="1417320"/>
            <a:ext cx="219456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FF6B9E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44968" y="152704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B9E"/>
                </a:solidFill>
              </a:rPr>
              <a:t>125,999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744968" y="189280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largest source rows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05840" y="2788920"/>
            <a:ext cx="996696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Key fields: reviewId, content, score, thumbsUpCount, at, replyContent, repliedAt, appName.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Each row represents a user review and its numerical rating.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The appName field enables grouped comparisons across platforms.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Process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Preparing review text and rating fields for analysis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766560" y="1325880"/>
            <a:ext cx="47091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BBD3FF">
                <a:alpha val="85000"/>
              </a:srgbClr>
            </a:solidFill>
            <a:prstDash val="solid"/>
          </a:ln>
        </p:spPr>
      </p:sp>
      <p:pic>
        <p:nvPicPr>
          <p:cNvPr id="8" name="Image 1" descr="/Users/admin55/Downloads/DS-shopping/presentation-workspace/scratch/assets/missing_valu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399032"/>
            <a:ext cx="4562856" cy="4334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600200"/>
            <a:ext cx="544068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900" dirty="0">
                <a:solidFill>
                  <a:srgbClr val="FFFFFF"/>
                </a:solidFill>
              </a:rPr>
              <a:t>Removed rows with missing review content or missing score.</a:t>
            </a:r>
            <a:endParaRPr lang="en-US" sz="1900" dirty="0"/>
          </a:p>
          <a:p>
            <a:r>
              <a:rPr lang="en-US" sz="1900" dirty="0">
                <a:solidFill>
                  <a:srgbClr val="FFFFFF"/>
                </a:solidFill>
              </a:rPr>
              <a:t>Converted score values to integer categories from 1 to 5.</a:t>
            </a:r>
            <a:endParaRPr lang="en-US" sz="1900" dirty="0"/>
          </a:p>
          <a:p>
            <a:r>
              <a:rPr lang="en-US" sz="1900" dirty="0">
                <a:solidFill>
                  <a:srgbClr val="FFFFFF"/>
                </a:solidFill>
              </a:rPr>
              <a:t>Reply content was sparse: about 73.6% missing after cleaning.</a:t>
            </a:r>
            <a:endParaRPr lang="en-US" sz="1900" dirty="0"/>
          </a:p>
          <a:p>
            <a:r>
              <a:rPr lang="en-US" sz="1900" dirty="0">
                <a:solidFill>
                  <a:srgbClr val="FFFFFF"/>
                </a:solidFill>
              </a:rPr>
              <a:t>Created derived columns for sentiment label and review length.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Ratings vary strongly across shopping applications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9808" y="1143000"/>
            <a:ext cx="1074420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BBD3FF">
                <a:alpha val="85000"/>
              </a:srgbClr>
            </a:solidFill>
            <a:prstDash val="solid"/>
          </a:ln>
        </p:spPr>
      </p:sp>
      <p:pic>
        <p:nvPicPr>
          <p:cNvPr id="8" name="Image 1" descr="/Users/admin55/Downloads/DS-shopping/presentation-workspace/scratch/assets/rating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16152"/>
            <a:ext cx="10597896" cy="4928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Sentiment Labelling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VADER maps review language into polarity labels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1508760"/>
            <a:ext cx="562356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FFFFFF"/>
                </a:solidFill>
              </a:rPr>
              <a:t>VADER analyzes informal review text using positive, neutral, negative, and compound scores.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Compound score &gt;= 0.05 is classified as Positive.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Compound score &lt;= -0.05 is classified as Negative.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Scores between -0.05 and 0.05 are treated as Neutral.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720840" y="1325880"/>
            <a:ext cx="4709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BD3FF">
                <a:alpha val="85000"/>
              </a:srgbClr>
            </a:solidFill>
            <a:prstDash val="solid"/>
          </a:ln>
        </p:spPr>
      </p:sp>
      <p:pic>
        <p:nvPicPr>
          <p:cNvPr id="9" name="Image 1" descr="/Users/admin55/Downloads/DS-shopping/presentation-workspace/scratch/assets/sentiment_mix_by_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399032"/>
            <a:ext cx="4562856" cy="4379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Best-Performing Apps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Average rating gives a quick baseline before text sentiment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04672" y="1234440"/>
            <a:ext cx="61264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BBD3FF">
                <a:alpha val="85000"/>
              </a:srgbClr>
            </a:solidFill>
            <a:prstDash val="solid"/>
          </a:ln>
        </p:spPr>
      </p:sp>
      <p:pic>
        <p:nvPicPr>
          <p:cNvPr id="8" name="Image 1" descr="/Users/admin55/Downloads/DS-shopping/presentation-workspace/scratch/assets/average_rating_by_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307592"/>
            <a:ext cx="5980176" cy="46542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Top rating leaders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360920" y="1938528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31D1B5">
                <a:alpha val="9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70648" y="2048256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D1B5"/>
                </a:solidFill>
              </a:rPr>
              <a:t>4.08/5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470648" y="241401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Alibaba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555480" y="2157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FF"/>
                </a:solidFill>
              </a:rPr>
              <a:t>94,500 reviews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60920" y="2990088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65E4F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70648" y="3099816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5E4FF"/>
                </a:solidFill>
              </a:rPr>
              <a:t>4.01/5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470648" y="346557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Shein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9555480" y="32095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FF"/>
                </a:solidFill>
              </a:rPr>
              <a:t>40,500 reviews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60920" y="4041648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F7D064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70648" y="4151376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D064"/>
                </a:solidFill>
              </a:rPr>
              <a:t>3.83/5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7470648" y="451713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2FF"/>
                </a:solidFill>
              </a:rPr>
              <a:t>Aliexpress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555480" y="42611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FF"/>
                </a:solidFill>
              </a:rPr>
              <a:t>125,999 reviews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VADER Sentiment Distribution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The notebook compares sentiment counts by application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9808" y="1143000"/>
            <a:ext cx="1074420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BBD3FF">
                <a:alpha val="85000"/>
              </a:srgbClr>
            </a:solidFill>
            <a:prstDash val="solid"/>
          </a:ln>
        </p:spPr>
      </p:sp>
      <p:pic>
        <p:nvPicPr>
          <p:cNvPr id="8" name="Image 1" descr="/Users/admin55/Downloads/DS-shopping/presentation-workspace/scratch/assets/vader_sentiment_cou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16152"/>
            <a:ext cx="10597896" cy="4928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Review Characteristics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Review length and sentiment can segment user feedback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37960" y="1325880"/>
            <a:ext cx="4892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BBD3FF">
                <a:alpha val="85000"/>
              </a:srgbClr>
            </a:solidFill>
            <a:prstDash val="solid"/>
          </a:ln>
        </p:spPr>
      </p:sp>
      <p:pic>
        <p:nvPicPr>
          <p:cNvPr id="8" name="Image 1" descr="/Users/admin55/Downloads/DS-shopping/presentation-workspace/scratch/assets/review_length_by_senti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399032"/>
            <a:ext cx="4745736" cy="4334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572768"/>
            <a:ext cx="525780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Created review_length from the character count of each review.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Encoded sentiment numerically: Positive = 1, Neutral = 0, Negative = -1.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Standardization makes both features comparable.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K-Means groups similar review behavior patterns for app-level inspection.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Insights &amp; 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What the analysis reveals about customer experience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1463040"/>
            <a:ext cx="10241280" cy="4069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FFFFFF"/>
                </a:solidFill>
              </a:rPr>
              <a:t>Alibaba, Shein, and Aliexpress show the strongest average rating baselines.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Flipkart, Myntra, Snapdeal, and Meesho need closer attention in this dataset.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Negative reviews are useful because they surface friction: shipping, notifications, quality, trust, and app usability.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Sentiment analysis helps product teams prioritize issues faster than manual review reading.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2FF"/>
                </a:solidFill>
              </a:rPr>
              <a:t>How the project can be extended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1417320"/>
            <a:ext cx="1024128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Use live app-store review streams for real-time monitoring.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Add topic modelling to connect sentiment with product issues.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Build a dashboard for app-wise sentiment trends over time.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Compare VADER against transformer models for higher accuracy.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Add multilingual sentiment support for regional shopping apps.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5D6"/>
                </a:solidFill>
              </a:rPr>
              <a:t>Shopping App Reviews Sentiment Analysis  | 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Data Science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 App Reviews Sentiment Analysis</dc:title>
  <dc:subject>Shopping app review sentiment analysis</dc:subject>
  <dc:creator>Codex</dc:creator>
  <cp:lastModifiedBy>Codex</cp:lastModifiedBy>
  <cp:revision>1</cp:revision>
  <dcterms:created xsi:type="dcterms:W3CDTF">2026-04-28T08:16:45Z</dcterms:created>
  <dcterms:modified xsi:type="dcterms:W3CDTF">2026-04-28T08:16:45Z</dcterms:modified>
</cp:coreProperties>
</file>